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Университет 2035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Приказ №260617-1 от 17 июня 2026 г. Об утверждении оргструктуры. Ректор: Д.В. Кайсин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Блок ректора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Ректор — Первый зам (безопасность, пресс-центр, маркетинг, Лаборатория ИИ) — Зам по развитию (техразвитие, платформа, ЦК БАС) — Служба ИТ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Департаменты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Методология, Корп. управление, Финансы, ОРУПиКК, Аудит, Правовой, Документооборот, АХД, Закупки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Лаборатория ИИ и ФП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Лаборатория ИИ — новое подразделение. ФП Кадры для ЦТ — отдельный департамент федерального проекта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